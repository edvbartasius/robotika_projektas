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4450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844221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502997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472602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99707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193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8545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31763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138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EB064D-1BFF-4D34-10D3-732A231144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449F92-3FBA-E281-F311-D9BCD0F7A4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F2045-B697-F6EE-CB64-AE51CA5CB1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2D33E8-A477-C7F5-AD8F-BD598983B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D3B588-BB0C-A241-1435-2D71243B5A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F0BBC-6727-E7E9-E1D0-666954979B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902035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79763487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30315841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73495445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79548513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14843775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5737598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430285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990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356879584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2054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3195705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748934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77035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7345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550813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06378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065059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311875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669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0158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2368430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346490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244031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901646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1215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8965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143123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929047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7941670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515373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6080261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5943846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99813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0240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2905564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6182867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2644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40028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6227877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232438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117960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68648081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514239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242824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327526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33537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675937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3667455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08314629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40180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643117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3195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2270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3571491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036901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131810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1387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33626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2930005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474039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323205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6204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804873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10421013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52163761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0374542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671423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5186322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0757325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1044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55032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lt-LT"/>
              <a:t>Begalinis labirintas</a:t>
            </a:r>
            <a:endParaRPr lang="en-US"/>
          </a:p>
        </p:txBody>
      </p:sp>
      <p:sp>
        <p:nvSpPr>
          <p:cNvPr id="588112550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899999" y="2708919"/>
            <a:ext cx="7476586" cy="134802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lt-LT"/>
              <a:t>Edvinas Bartašius IFF</a:t>
            </a:r>
            <a:r>
              <a:rPr lang="en-US"/>
              <a:t>-2/7</a:t>
            </a:r>
            <a:endParaRPr lang="en-US"/>
          </a:p>
          <a:p>
            <a:pPr>
              <a:defRPr/>
            </a:pPr>
            <a:r>
              <a:rPr lang="en-US"/>
              <a:t>Nojus Sajauskas IFF-2/2</a:t>
            </a:r>
            <a:endParaRPr lang="en-US"/>
          </a:p>
          <a:p>
            <a:pPr>
              <a:defRPr/>
            </a:pPr>
            <a:r>
              <a:rPr lang="en-US"/>
              <a:t>Edgaras Ber</a:t>
            </a:r>
            <a:r>
              <a:rPr lang="lt-LT"/>
              <a:t>ž</a:t>
            </a:r>
            <a:r>
              <a:rPr lang="en-US"/>
              <a:t>anskas</a:t>
            </a:r>
            <a:r>
              <a:rPr lang="lt-LT"/>
              <a:t> IFF-2/2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3053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lt-LT"/>
              <a:t>Labirintų</a:t>
            </a:r>
            <a:r>
              <a:rPr lang="en-US"/>
              <a:t> generavimas</a:t>
            </a:r>
            <a:endParaRPr/>
          </a:p>
        </p:txBody>
      </p:sp>
      <p:sp>
        <p:nvSpPr>
          <p:cNvPr id="164502415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5989149" cy="4525962"/>
          </a:xfrm>
        </p:spPr>
        <p:txBody>
          <a:bodyPr/>
          <a:lstStyle/>
          <a:p>
            <a:pPr>
              <a:defRPr/>
            </a:pPr>
            <a:r>
              <a:rPr lang="lt-LT"/>
              <a:t>Labirintai yra generuojami Prime’ o algoritmu</a:t>
            </a:r>
            <a:endParaRPr lang="lt-LT"/>
          </a:p>
          <a:p>
            <a:pPr>
              <a:defRPr/>
            </a:pPr>
            <a:r>
              <a:rPr lang="lt-LT"/>
              <a:t>Labirintas yra generuojamas dinamiškai</a:t>
            </a:r>
            <a:endParaRPr lang="lt-LT"/>
          </a:p>
          <a:p>
            <a:pPr>
              <a:defRPr/>
            </a:pPr>
            <a:r>
              <a:rPr lang="lt-LT"/>
              <a:t>Kliūtys išdėstomos atsiktiktinai</a:t>
            </a:r>
            <a:endParaRPr lang="lt-LT"/>
          </a:p>
          <a:p>
            <a:pPr>
              <a:defRPr/>
            </a:pPr>
            <a:endParaRPr lang="lt-LT"/>
          </a:p>
          <a:p>
            <a:pPr>
              <a:defRPr/>
            </a:pPr>
            <a:endParaRPr/>
          </a:p>
        </p:txBody>
      </p:sp>
      <p:pic>
        <p:nvPicPr>
          <p:cNvPr id="1398465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3831" y="1968571"/>
            <a:ext cx="5453112" cy="35171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3140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lt-LT"/>
              <a:t>Robotas</a:t>
            </a:r>
            <a:endParaRPr/>
          </a:p>
        </p:txBody>
      </p:sp>
      <p:sp>
        <p:nvSpPr>
          <p:cNvPr id="184528616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6553594" cy="4525962"/>
          </a:xfrm>
        </p:spPr>
        <p:txBody>
          <a:bodyPr/>
          <a:lstStyle/>
          <a:p>
            <a:pPr>
              <a:defRPr/>
            </a:pPr>
            <a:r>
              <a:rPr lang="lt-LT"/>
              <a:t>Sensoriai:</a:t>
            </a:r>
            <a:endParaRPr lang="lt-LT"/>
          </a:p>
          <a:p>
            <a:pPr lvl="1">
              <a:defRPr/>
            </a:pPr>
            <a:r>
              <a:rPr lang="lt-LT"/>
              <a:t>IR (Cone proximity sensor)</a:t>
            </a:r>
            <a:endParaRPr lang="lt-LT"/>
          </a:p>
          <a:p>
            <a:pPr lvl="1">
              <a:defRPr/>
            </a:pPr>
            <a:r>
              <a:rPr lang="lt-LT"/>
              <a:t>2 x šoniniai sensoriai</a:t>
            </a:r>
            <a:r>
              <a:rPr lang="lt-LT"/>
              <a:t> (Ray-type)</a:t>
            </a:r>
            <a:endParaRPr lang="lt-LT"/>
          </a:p>
          <a:p>
            <a:pPr lvl="1">
              <a:defRPr/>
            </a:pPr>
            <a:r>
              <a:rPr lang="lt-LT"/>
              <a:t>3x linijos sekimo sensoriai</a:t>
            </a:r>
            <a:r>
              <a:rPr lang="lt-LT"/>
              <a:t> (vision orthogonal  sensor)</a:t>
            </a:r>
            <a:endParaRPr/>
          </a:p>
        </p:txBody>
      </p:sp>
      <p:pic>
        <p:nvPicPr>
          <p:cNvPr id="8472462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404275" y="2083242"/>
            <a:ext cx="4086225" cy="3171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5981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lt-LT"/>
              <a:t>Būsenų mašina</a:t>
            </a:r>
            <a:endParaRPr/>
          </a:p>
        </p:txBody>
      </p:sp>
      <p:sp>
        <p:nvSpPr>
          <p:cNvPr id="138752915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5742205" cy="4525962"/>
          </a:xfrm>
        </p:spPr>
        <p:txBody>
          <a:bodyPr/>
          <a:lstStyle/>
          <a:p>
            <a:pPr>
              <a:defRPr/>
            </a:pPr>
            <a:r>
              <a:rPr lang="lt-LT"/>
              <a:t>Robotas aplinkoje vadovaujasi remdamasis tokiomis būsenomis</a:t>
            </a:r>
            <a:r>
              <a:rPr lang="lt-LT"/>
              <a:t>:</a:t>
            </a:r>
            <a:endParaRPr/>
          </a:p>
        </p:txBody>
      </p:sp>
      <p:pic>
        <p:nvPicPr>
          <p:cNvPr id="20127513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28333" y="1417638"/>
            <a:ext cx="5645772" cy="4677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6994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lt-LT"/>
              <a:t>Linijos sekimas</a:t>
            </a:r>
            <a:endParaRPr/>
          </a:p>
        </p:txBody>
      </p:sp>
      <p:sp>
        <p:nvSpPr>
          <p:cNvPr id="187199624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4851399" cy="4525962"/>
          </a:xfrm>
        </p:spPr>
        <p:txBody>
          <a:bodyPr/>
          <a:lstStyle/>
          <a:p>
            <a:pPr>
              <a:defRPr/>
            </a:pPr>
            <a:r>
              <a:rPr lang="lt-LT"/>
              <a:t>Naudojami 3 sensoriai</a:t>
            </a:r>
            <a:endParaRPr lang="lt-LT"/>
          </a:p>
          <a:p>
            <a:pPr>
              <a:defRPr/>
            </a:pPr>
            <a:r>
              <a:rPr lang="lt-LT"/>
              <a:t>Vidurinis sensorius seka pagrindinę liniją</a:t>
            </a:r>
            <a:endParaRPr lang="lt-LT"/>
          </a:p>
          <a:p>
            <a:pPr>
              <a:defRPr/>
            </a:pPr>
            <a:r>
              <a:rPr lang="lt-LT"/>
              <a:t>Šoniniai jutikliai  užtikrina kad robotas pasisuktų</a:t>
            </a:r>
            <a:endParaRPr lang="lt-LT"/>
          </a:p>
          <a:p>
            <a:pPr>
              <a:defRPr/>
            </a:pPr>
            <a:endParaRPr lang="lt-LT"/>
          </a:p>
          <a:p>
            <a:pPr>
              <a:defRPr/>
            </a:pPr>
            <a:endParaRPr lang="lt-LT"/>
          </a:p>
        </p:txBody>
      </p:sp>
      <p:pic>
        <p:nvPicPr>
          <p:cNvPr id="20917623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07929" y="2592916"/>
            <a:ext cx="5132023" cy="3520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6228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Kli</a:t>
            </a:r>
            <a:r>
              <a:rPr lang="lt-LT"/>
              <a:t>ūčių vengimas</a:t>
            </a:r>
            <a:endParaRPr/>
          </a:p>
        </p:txBody>
      </p:sp>
      <p:sp>
        <p:nvSpPr>
          <p:cNvPr id="172210400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6341927" cy="5190770"/>
          </a:xfrm>
        </p:spPr>
        <p:txBody>
          <a:bodyPr/>
          <a:lstStyle/>
          <a:p>
            <a:pPr marL="438080" indent="-438080">
              <a:buFont typeface="Arial"/>
              <a:buAutoNum type="arabicPeriod"/>
              <a:defRPr/>
            </a:pPr>
            <a:r>
              <a:rPr lang="lt-LT"/>
              <a:t>Robotas su IR jutikliu aptinka kliūtį</a:t>
            </a:r>
            <a:endParaRPr lang="lt-LT"/>
          </a:p>
          <a:p>
            <a:pPr marL="438080" indent="-438080">
              <a:buFont typeface="Arial"/>
              <a:buAutoNum type="arabicPeriod"/>
              <a:defRPr/>
            </a:pPr>
            <a:r>
              <a:rPr lang="lt-LT"/>
              <a:t>Robotas pasisuka ir pasitraukia nuo kliūties</a:t>
            </a:r>
            <a:endParaRPr lang="lt-LT"/>
          </a:p>
          <a:p>
            <a:pPr marL="438080" indent="-438080">
              <a:buFont typeface="Arial"/>
              <a:buAutoNum type="arabicPeriod"/>
              <a:defRPr/>
            </a:pPr>
            <a:r>
              <a:rPr lang="lt-LT"/>
              <a:t>Su šoniniais sensoriais yra sekama kada bus apvažiuota</a:t>
            </a:r>
            <a:endParaRPr lang="lt-LT"/>
          </a:p>
          <a:p>
            <a:pPr marL="438080" indent="-438080">
              <a:buFont typeface="Arial"/>
              <a:buAutoNum type="arabicPeriod"/>
              <a:defRPr/>
            </a:pPr>
            <a:r>
              <a:rPr lang="lt-LT"/>
              <a:t>Bandoma grįžti ant linijos</a:t>
            </a:r>
            <a:endParaRPr lang="lt-LT"/>
          </a:p>
          <a:p>
            <a:pPr>
              <a:defRPr/>
            </a:pPr>
            <a:endParaRPr lang="lt-LT"/>
          </a:p>
          <a:p>
            <a:pPr>
              <a:defRPr/>
            </a:pPr>
            <a:endParaRPr/>
          </a:p>
        </p:txBody>
      </p:sp>
      <p:pic>
        <p:nvPicPr>
          <p:cNvPr id="140413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83184" y="1443742"/>
            <a:ext cx="4792726" cy="39705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0934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Demonstracija</a:t>
            </a:r>
            <a:endParaRPr/>
          </a:p>
        </p:txBody>
      </p:sp>
      <p:sp>
        <p:nvSpPr>
          <p:cNvPr id="12051010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2025-12-01T16:30:44Z</dcterms:modified>
</cp:coreProperties>
</file>